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6" r:id="rId12"/>
    <p:sldId id="262" r:id="rId4"/>
    <p:sldId id="264" r:id="rId5"/>
    <p:sldId id="265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53C34F50-F898-5662-8BEA-3FC778D339C7}">
          <p14:sldIdLst>
            <p14:sldId id="256"/>
          </p14:sldIdLst>
        </p14:section>
        <p14:section name="Sarrera" id="{ACDFAE4A-8153-C3FB-E57F-8B88F00952A2}">
          <p14:sldIdLst>
            <p14:sldId id="258"/>
          </p14:sldIdLst>
        </p14:section>
        <p14:section name="Emaitzak" id="{C48F9DE0-DCA3-12F0-2BBA-EF602425283E}">
          <p14:sldIdLst>
            <p14:sldId id="262"/>
          </p14:sldIdLst>
        </p14:section>
        <p14:section name="Ondorioak" id="{39D96D54-B9FC-881C-083C-BF968D510622}">
          <p14:sldIdLst>
            <p14:sldId id="264"/>
          </p14:sldIdLst>
        </p14:section>
        <p14:section name="Cierre" id="{CB1AAF9A-F56A-659F-B1A0-74C833EC85E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  <Relationship Id="rId12" Type="http://schemas.openxmlformats.org/officeDocument/2006/relationships/slide" Target="slides/slide6.xml"/>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3A6B"/>
                </a:solidFill>
                <a:latin typeface="+mn-lt"/>
              </a:defRPr>
            </a:pPr>
            <a:r>
              <a:rPr lang="es-EC" sz="1400" b="0" i="0" u="none" strike="noStrike">
                <a:solidFill>
                  <a:srgbClr val="1A3A6B"/>
                </a:solidFill>
                <a:latin typeface="+mn-lt"/>
              </a:rPr>
              <a:t>Grafikoaren izenburua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Ehunekoa</c:v>
                </c:pt>
              </c:strCache>
            </c:strRef>
          </c:tx>
          <c:spPr>
            <a:solidFill>
              <a:srgbClr val="2A78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kategoria</c:v>
                </c:pt>
                <c:pt idx="1">
                  <c:v>B kategoria</c:v>
                </c:pt>
                <c:pt idx="2">
                  <c:v>C kategoria</c:v>
                </c:pt>
                <c:pt idx="3">
                  <c:v>D kategoria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48</c:v>
                </c:pt>
                <c:pt idx="2">
                  <c:v>35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D-4326-8AFF-855434879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27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Azala: lanaren izenburua eta egiletza. Ordeztu adibideko testuak.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Sarrera: gehienez 4 ideia. Galdera gidari argia.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Emaitzak: ordeztu grafikoko datuak (eskuineko klika &gt; Editatu datuak) eta funtsezko zifrak.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Ondorioak: 3 ideia indartsu.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Amaiera eta esker onak.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PORTADA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" y="338328"/>
            <a:ext cx="2798064" cy="125272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" name="Image 1" descr="c:\Users\User\Documents\Desarrollo Web\Congress_manager\LOGOINED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651760" cy="11064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2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ANTOLATZAILEAK</a:t>
            </a:r>
            <a:endParaRPr lang="en-US" sz="1000" dirty="0"/>
          </a:p>
        </p:txBody>
      </p:sp>
      <p:pic>
        <p:nvPicPr>
          <p:cNvPr id="7" name="Image 2" descr="c:\Users\User\Documents\Desarrollo Web\Congress_manager\miniatura_EHU_log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8" name="Image 3" descr="c:\Users\User\Documents\Desarrollo Web\Congress_manager\KideON-EH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9" name="Image 4" descr="c:\Users\User\Documents\Desarrollo Web\Congress_manager\LOGO-ULEAM-VER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Bilbo (EHU) · Manta (ULEAM)</a:t>
            </a:r>
            <a:endParaRPr lang="en-US" sz="1200" dirty="0"/>
          </a:p>
        </p:txBody>
      </p:sp>
      <p:sp>
        <p:nvSpPr>
          <p:cNvPr id="11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SECCION">
    <p:bg>
      <p:bgPr>
        <a:solidFill>
          <a:srgbClr val="2A7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3317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INEDUS 2026 · urr. 28–30 · Bilbo · Manta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IERRE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ANTOLATZAILEAK</a:t>
            </a:r>
            <a:endParaRPr lang="en-US" sz="1000" dirty="0"/>
          </a:p>
        </p:txBody>
      </p:sp>
      <p:pic>
        <p:nvPicPr>
          <p:cNvPr id="5" name="Image 1" descr="c:\Users\User\Documents\Desarrollo Web\Congress_manager\miniatura_EHU_log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6" name="Image 2" descr="c:\Users\User\Documents\Desarrollo Web\Congress_manager\KideON-EH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7" name="Image 3" descr="c:\Users\User\Documents\Desarrollo Web\Congress_manager\LOGO-ULEAM-VERT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Bilbo (EHU) · Manta (ULEAM)</a:t>
            </a:r>
            <a:endParaRPr lang="en-US" sz="1200" dirty="0"/>
          </a:p>
        </p:txBody>
      </p:sp>
      <p:sp>
        <p:nvSpPr>
          <p:cNvPr id="9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edus.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Hezkuntza Berrikuntza,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Inklusioa eta Jasangarritasuna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Goi Mailako Hezkuntzan</a:t>
            </a:r>
            <a:endParaRPr lang="en-US" sz="2800" dirty="0"/>
          </a:p>
        </p:txBody>
      </p:sp>
      <p:sp>
        <p:nvSpPr>
          <p:cNvPr id="3" name="Fechas"/>
          <p:cNvSpPr txBox="1"/>
          <p:nvPr/>
        </p:nvSpPr>
        <p:spPr>
          <a:xfrm>
            <a:off x="3840480" y="4114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300" dirty="0">
                <a:solidFill>
                  <a:srgbClr val="3A9ECC"/>
                </a:solidFill>
              </a:rPr>
              <a:t>URRIAK 28 · 29 · 30, 2026</a:t>
            </a:r>
            <a:endParaRPr lang="en-US" sz="14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30906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Esperientzien Trukea</a:t>
            </a:r>
            <a:endParaRPr lang="en-US" sz="2000" dirty="0"/>
          </a:p>
        </p:txBody>
      </p:sp>
      <p:sp>
        <p:nvSpPr>
          <p:cNvPr id="5" name="Lema"/>
          <p:cNvSpPr txBox="1"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Iberoamerikako irakasle-hezitzaileen arteko elkarrizketa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Sarrera</a:t>
            </a:r>
            <a:endParaRPr lang="en-US" sz="3400" dirty="0"/>
          </a:p>
        </p:txBody>
      </p:sp>
      <p:sp>
        <p:nvSpPr>
          <p:cNvPr id="3" name="Ideas de introducción"/>
          <p:cNvSpPr txBox="1"/>
          <p:nvPr/>
        </p:nvSpPr>
        <p:spPr>
          <a:xfrm>
            <a:off x="548640" y="150876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Gaiaren testuingurua eta garrantzia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Ikerketa-arazoa </a:t>
            </a:r>
            <a:r>
              <a:rPr lang="en-US" sz="1800" dirty="0" err="1">
                <a:solidFill>
                  <a:srgbClr val="1B2433"/>
                </a:solidFill>
              </a:rPr>
              <a:t>edo</a:t>
            </a:r>
            <a:r>
              <a:rPr lang="en-US" sz="1800">
                <a:solidFill>
                  <a:srgbClr val="1B2433"/>
                </a:solidFill>
              </a:rPr>
              <a:t> galdera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Lanaren helburu orokorra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Marko teorikoa lerro batean</a:t>
            </a:r>
            <a:endParaRPr lang="en-US" sz="1800" dirty="0"/>
          </a:p>
        </p:txBody>
      </p:sp>
      <p:sp>
        <p:nvSpPr>
          <p:cNvPr id="4" name="Tarjeta pregunta guía"/>
          <p:cNvSpPr/>
          <p:nvPr/>
        </p:nvSpPr>
        <p:spPr>
          <a:xfrm>
            <a:off x="5303520" y="1508760"/>
            <a:ext cx="329184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Etiqueta pregunta"/>
          <p:cNvSpPr txBox="1"/>
          <p:nvPr/>
        </p:nvSpPr>
        <p:spPr>
          <a:xfrm>
            <a:off x="5577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A9ECC"/>
                </a:solidFill>
              </a:rPr>
              <a:t>GALDERA GIDARIA</a:t>
            </a:r>
            <a:endParaRPr lang="en-US" sz="1200" dirty="0"/>
          </a:p>
        </p:txBody>
      </p:sp>
      <p:sp>
        <p:nvSpPr>
          <p:cNvPr id="6" name="Pregunta guía"/>
          <p:cNvSpPr txBox="1"/>
          <p:nvPr/>
        </p:nvSpPr>
        <p:spPr>
          <a:xfrm>
            <a:off x="5577840" y="21031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Nola indartu dezake hezkuntza-berrikuntzak jasangarritasuna Goi Mailako Hezkuntzan?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Emaitzak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49377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rjeta cifra 1"/>
          <p:cNvSpPr/>
          <p:nvPr/>
        </p:nvSpPr>
        <p:spPr>
          <a:xfrm>
            <a:off x="5852160" y="150876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Cifra 1"/>
          <p:cNvSpPr txBox="1"/>
          <p:nvPr/>
        </p:nvSpPr>
        <p:spPr>
          <a:xfrm>
            <a:off x="60807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6" name="Etiqueta cifra 1"/>
          <p:cNvSpPr txBox="1"/>
          <p:nvPr/>
        </p:nvSpPr>
        <p:spPr>
          <a:xfrm>
            <a:off x="60807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Funtsezko datua 1</a:t>
            </a:r>
            <a:endParaRPr lang="en-US" sz="1400" dirty="0"/>
          </a:p>
        </p:txBody>
      </p:sp>
      <p:sp>
        <p:nvSpPr>
          <p:cNvPr id="7" name="Tarjeta cifra 2"/>
          <p:cNvSpPr/>
          <p:nvPr/>
        </p:nvSpPr>
        <p:spPr>
          <a:xfrm>
            <a:off x="5852160" y="301752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Cifra 2"/>
          <p:cNvSpPr txBox="1"/>
          <p:nvPr/>
        </p:nvSpPr>
        <p:spPr>
          <a:xfrm>
            <a:off x="608076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9" name="Etiqueta cifra 2"/>
          <p:cNvSpPr txBox="1"/>
          <p:nvPr/>
        </p:nvSpPr>
        <p:spPr>
          <a:xfrm>
            <a:off x="608076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Funtsezko datua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Ondorioak</a:t>
            </a:r>
            <a:endParaRPr lang="en-US" sz="3400" dirty="0"/>
          </a:p>
        </p:txBody>
      </p:sp>
      <p:sp>
        <p:nvSpPr>
          <p:cNvPr id="3" name="Fila conclusión 1"/>
          <p:cNvSpPr/>
          <p:nvPr/>
        </p:nvSpPr>
        <p:spPr>
          <a:xfrm>
            <a:off x="548640" y="141732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Círculo conclusión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Número conclusión 1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ítulo conclusión 1"/>
          <p:cNvSpPr txBox="1"/>
          <p:nvPr/>
        </p:nvSpPr>
        <p:spPr>
          <a:xfrm>
            <a:off x="155448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Aurkikuntza nagusia</a:t>
            </a:r>
            <a:endParaRPr lang="en-US" sz="1800" dirty="0"/>
          </a:p>
        </p:txBody>
      </p:sp>
      <p:sp>
        <p:nvSpPr>
          <p:cNvPr id="7" name="Descripción conclusión 1"/>
          <p:cNvSpPr txBox="1"/>
          <p:nvPr/>
        </p:nvSpPr>
        <p:spPr>
          <a:xfrm>
            <a:off x="155448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Ikerketa-galderari emandako erantzun zuzena</a:t>
            </a:r>
            <a:endParaRPr lang="en-US" sz="1400" dirty="0"/>
          </a:p>
        </p:txBody>
      </p:sp>
      <p:sp>
        <p:nvSpPr>
          <p:cNvPr id="8" name="Fila conclusión 2"/>
          <p:cNvSpPr/>
          <p:nvPr/>
        </p:nvSpPr>
        <p:spPr>
          <a:xfrm>
            <a:off x="548640" y="24688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Círculo conclusión 2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Número conclusión 2"/>
          <p:cNvSpPr txBox="1"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ítulo conclusión 2"/>
          <p:cNvSpPr txBox="1"/>
          <p:nvPr/>
        </p:nvSpPr>
        <p:spPr>
          <a:xfrm>
            <a:off x="1554480" y="2560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Praktikarako ondorioak</a:t>
            </a:r>
            <a:endParaRPr lang="en-US" sz="1800" dirty="0"/>
          </a:p>
        </p:txBody>
      </p:sp>
      <p:sp>
        <p:nvSpPr>
          <p:cNvPr id="12" name="Descripción conclusión 2"/>
          <p:cNvSpPr txBox="1"/>
          <p:nvPr/>
        </p:nvSpPr>
        <p:spPr>
          <a:xfrm>
            <a:off x="155448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Irakasleek edo erakundeak zer egin dezakeen</a:t>
            </a:r>
            <a:endParaRPr lang="en-US" sz="1400" dirty="0"/>
          </a:p>
        </p:txBody>
      </p:sp>
      <p:sp>
        <p:nvSpPr>
          <p:cNvPr id="13" name="Fila conclusión 3"/>
          <p:cNvSpPr/>
          <p:nvPr/>
        </p:nvSpPr>
        <p:spPr>
          <a:xfrm>
            <a:off x="548640" y="352044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Círculo conclusión 3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Número conclusión 3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ítulo conclusión 3"/>
          <p:cNvSpPr txBox="1"/>
          <p:nvPr/>
        </p:nvSpPr>
        <p:spPr>
          <a:xfrm>
            <a:off x="155448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Etorkizuneko ildoak</a:t>
            </a:r>
            <a:endParaRPr lang="en-US" sz="1800" dirty="0"/>
          </a:p>
        </p:txBody>
      </p:sp>
      <p:sp>
        <p:nvSpPr>
          <p:cNvPr id="17" name="Descripción conclusión 3"/>
          <p:cNvSpPr txBox="1"/>
          <p:nvPr/>
        </p:nvSpPr>
        <p:spPr>
          <a:xfrm>
            <a:off x="1554480" y="3977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Mugak eta hurrengo urratsak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Eskerrik asko</a:t>
            </a:r>
            <a:endParaRPr lang="en-US" sz="5400" dirty="0"/>
          </a:p>
        </p:txBody>
      </p:sp>
      <p:sp>
        <p:nvSpPr>
          <p:cNvPr id="3" name="Lema"/>
          <p:cNvSpPr txBox="1"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Iberoamerikako irakasle-hezitzaileen arteko elkarrizketa</a:t>
            </a:r>
            <a:endParaRPr lang="en-US" sz="1800" dirty="0"/>
          </a:p>
        </p:txBody>
      </p:sp>
      <p:sp>
        <p:nvSpPr>
          <p:cNvPr id="4" name="Web">
            <a:hlinkClick r:id="rId3"/>
          </p:cNvPr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www.inedus.net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Metodologia</a:t>
            </a:r>
            <a:endParaRPr lang="en-US" sz="3400" dirty="0"/>
          </a:p>
        </p:txBody>
      </p:sp>
      <p:sp>
        <p:nvSpPr>
          <p:cNvPr id="4" name="Tarjeta paso 1"/>
          <p:cNvSpPr/>
          <p:nvPr/>
        </p:nvSpPr>
        <p:spPr>
          <a:xfrm>
            <a:off x="54864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paso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úmero paso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ítulo paso 1"/>
          <p:cNvSpPr txBox="1"/>
          <p:nvPr/>
        </p:nvSpPr>
        <p:spPr>
          <a:xfrm>
            <a:off x="7772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Diseinua</a:t>
            </a:r>
            <a:endParaRPr lang="en-US" sz="1800" dirty="0"/>
          </a:p>
        </p:txBody>
      </p:sp>
      <p:sp>
        <p:nvSpPr>
          <p:cNvPr id="8" name="Descripción paso 1"/>
          <p:cNvSpPr txBox="1"/>
          <p:nvPr/>
        </p:nvSpPr>
        <p:spPr>
          <a:xfrm>
            <a:off x="77724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Ikuspegia eta azterketa mota</a:t>
            </a:r>
            <a:endParaRPr lang="en-US" sz="1400" dirty="0"/>
          </a:p>
        </p:txBody>
      </p:sp>
      <p:sp>
        <p:nvSpPr>
          <p:cNvPr id="9" name="Tarjeta paso 2"/>
          <p:cNvSpPr/>
          <p:nvPr/>
        </p:nvSpPr>
        <p:spPr>
          <a:xfrm>
            <a:off x="262128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írculo paso 2"/>
          <p:cNvSpPr/>
          <p:nvPr/>
        </p:nvSpPr>
        <p:spPr>
          <a:xfrm>
            <a:off x="28498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úmero paso 2"/>
          <p:cNvSpPr txBox="1"/>
          <p:nvPr/>
        </p:nvSpPr>
        <p:spPr>
          <a:xfrm>
            <a:off x="2849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ítulo paso 2"/>
          <p:cNvSpPr txBox="1"/>
          <p:nvPr/>
        </p:nvSpPr>
        <p:spPr>
          <a:xfrm>
            <a:off x="28498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Parte-hartzaileak</a:t>
            </a:r>
            <a:endParaRPr lang="en-US" sz="1800" dirty="0"/>
          </a:p>
        </p:txBody>
      </p:sp>
      <p:sp>
        <p:nvSpPr>
          <p:cNvPr id="13" name="Descripción paso 2"/>
          <p:cNvSpPr txBox="1"/>
          <p:nvPr/>
        </p:nvSpPr>
        <p:spPr>
          <a:xfrm>
            <a:off x="284988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Lagina eta testuingurua</a:t>
            </a:r>
            <a:endParaRPr lang="en-US" sz="1400" dirty="0"/>
          </a:p>
        </p:txBody>
      </p:sp>
      <p:sp>
        <p:nvSpPr>
          <p:cNvPr id="14" name="Tarjeta paso 3"/>
          <p:cNvSpPr/>
          <p:nvPr/>
        </p:nvSpPr>
        <p:spPr>
          <a:xfrm>
            <a:off x="469392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írculo paso 3"/>
          <p:cNvSpPr/>
          <p:nvPr/>
        </p:nvSpPr>
        <p:spPr>
          <a:xfrm>
            <a:off x="4922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paso 3"/>
          <p:cNvSpPr txBox="1"/>
          <p:nvPr/>
        </p:nvSpPr>
        <p:spPr>
          <a:xfrm>
            <a:off x="4922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ítulo paso 3"/>
          <p:cNvSpPr txBox="1"/>
          <p:nvPr/>
        </p:nvSpPr>
        <p:spPr>
          <a:xfrm>
            <a:off x="49225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Tresnak</a:t>
            </a:r>
            <a:endParaRPr lang="en-US" sz="1800" dirty="0"/>
          </a:p>
        </p:txBody>
      </p:sp>
      <p:sp>
        <p:nvSpPr>
          <p:cNvPr id="18" name="Descripción paso 3"/>
          <p:cNvSpPr txBox="1"/>
          <p:nvPr/>
        </p:nvSpPr>
        <p:spPr>
          <a:xfrm>
            <a:off x="492252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Datuak biltzeko teknikak</a:t>
            </a:r>
            <a:endParaRPr lang="en-US" sz="1400" dirty="0"/>
          </a:p>
        </p:txBody>
      </p:sp>
      <p:sp>
        <p:nvSpPr>
          <p:cNvPr id="19" name="Tarjeta paso 4"/>
          <p:cNvSpPr/>
          <p:nvPr/>
        </p:nvSpPr>
        <p:spPr>
          <a:xfrm>
            <a:off x="676656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írculo paso 4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Número paso 4"/>
          <p:cNvSpPr txBox="1"/>
          <p:nvPr/>
        </p:nvSpPr>
        <p:spPr>
          <a:xfrm>
            <a:off x="6995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ítulo paso 4"/>
          <p:cNvSpPr txBox="1"/>
          <p:nvPr/>
        </p:nvSpPr>
        <p:spPr>
          <a:xfrm>
            <a:off x="69951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Azterketa</a:t>
            </a:r>
            <a:endParaRPr lang="en-US" sz="1800" dirty="0"/>
          </a:p>
        </p:txBody>
      </p:sp>
      <p:sp>
        <p:nvSpPr>
          <p:cNvPr id="23" name="Descripción paso 4"/>
          <p:cNvSpPr txBox="1"/>
          <p:nvPr/>
        </p:nvSpPr>
        <p:spPr>
          <a:xfrm>
            <a:off x="699516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Azterketa-prozedura</a:t>
            </a:r>
            <a:endParaRPr lang="en-US" sz="14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EDUS 2026">
  <a:themeElements>
    <a:clrScheme name="INEDUS 2026">
      <a:dk1>
        <a:srgbClr val="1B2433"/>
      </a:dk1>
      <a:lt1>
        <a:srgbClr val="FFFFFF"/>
      </a:lt1>
      <a:dk2>
        <a:srgbClr val="1A3A6B"/>
      </a:dk2>
      <a:lt2>
        <a:srgbClr val="F7F8FA"/>
      </a:lt2>
      <a:accent1>
        <a:srgbClr val="1A3A6B"/>
      </a:accent1>
      <a:accent2>
        <a:srgbClr val="3A9ECC"/>
      </a:accent2>
      <a:accent3>
        <a:srgbClr val="2A78B0"/>
      </a:accent3>
      <a:accent4>
        <a:srgbClr val="2E7D5E"/>
      </a:accent4>
      <a:accent5>
        <a:srgbClr val="64748B"/>
      </a:accent5>
      <a:accent6>
        <a:srgbClr val="CBD5E1"/>
      </a:accent6>
      <a:hlink>
        <a:srgbClr val="2A78B0"/>
      </a:hlink>
      <a:folHlink>
        <a:srgbClr val="64748B"/>
      </a:folHlink>
    </a:clrScheme>
    <a:fontScheme name="INEDUS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Presentación en pantalla (16:9)</PresentationFormat>
  <Paragraphs>45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INEDUS 2026</vt:lpstr>
      <vt:lpstr>Hezkuntza Berrikuntza, Inklusioa eta Jasangarritasuna Goi Mailako Hezkuntzan</vt:lpstr>
      <vt:lpstr>Sarrera</vt:lpstr>
      <vt:lpstr>Emaitzak</vt:lpstr>
      <vt:lpstr>Ondorioak</vt:lpstr>
      <vt:lpstr>Eskerrik asko</vt:lpstr>
    </vt:vector>
  </TitlesOfParts>
  <Company>INEDUS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INEDUS 2026 — Plantilla EU</dc:title>
  <dc:subject>PptxGenJS Presentation</dc:subject>
  <dc:creator>INEDUS 2026</dc:creator>
  <cp:lastModifiedBy>uleam.arodriguez Rodriguez</cp:lastModifiedBy>
  <cp:revision>3</cp:revision>
  <dcterms:created xsi:type="dcterms:W3CDTF">2026-10-05T16:52:08Z</dcterms:created>
  <dcterms:modified xsi:type="dcterms:W3CDTF">2026-10-06T13:44:46Z</dcterms:modified>
</cp:coreProperties>
</file>