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8" r:id="rId3"/>
    <p:sldId id="262" r:id="rId4"/>
    <p:sldId id="264" r:id="rId5"/>
    <p:sldId id="265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53C34F50-F898-5662-8BEA-3FC778D339C7}">
          <p14:sldIdLst>
            <p14:sldId id="256"/>
          </p14:sldIdLst>
        </p14:section>
        <p14:section name="Sarrera" id="{ACDFAE4A-8153-C3FB-E57F-8B88F00952A2}">
          <p14:sldIdLst>
            <p14:sldId id="258"/>
          </p14:sldIdLst>
        </p14:section>
        <p14:section name="Emaitzak" id="{C48F9DE0-DCA3-12F0-2BBA-EF602425283E}">
          <p14:sldIdLst>
            <p14:sldId id="262"/>
          </p14:sldIdLst>
        </p14:section>
        <p14:section name="Ondorioak" id="{39D96D54-B9FC-881C-083C-BF968D510622}">
          <p14:sldIdLst>
            <p14:sldId id="264"/>
          </p14:sldIdLst>
        </p14:section>
        <p14:section name="Cierre" id="{CB1AAF9A-F56A-659F-B1A0-74C833EC85E8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2" d="100"/>
          <a:sy n="122" d="100"/>
        </p:scale>
        <p:origin x="250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A3A6B"/>
                </a:solidFill>
                <a:latin typeface="+mn-lt"/>
              </a:defRPr>
            </a:pPr>
            <a:r>
              <a:rPr lang="es-EC" sz="1400" b="0" i="0" u="none" strike="noStrike">
                <a:solidFill>
                  <a:srgbClr val="1A3A6B"/>
                </a:solidFill>
                <a:latin typeface="+mn-lt"/>
              </a:rPr>
              <a:t>Grafikoaren izenburua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Ehunekoa</c:v>
                </c:pt>
              </c:strCache>
            </c:strRef>
          </c:tx>
          <c:spPr>
            <a:solidFill>
              <a:srgbClr val="2A78B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2433"/>
                    </a:solidFill>
                    <a:latin typeface="+mn-lt"/>
                  </a:defRPr>
                </a:pPr>
                <a:endParaRPr lang="es-EC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 kategoria</c:v>
                </c:pt>
                <c:pt idx="1">
                  <c:v>B kategoria</c:v>
                </c:pt>
                <c:pt idx="2">
                  <c:v>C kategoria</c:v>
                </c:pt>
                <c:pt idx="3">
                  <c:v>D kategoria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62</c:v>
                </c:pt>
                <c:pt idx="1">
                  <c:v>48</c:v>
                </c:pt>
                <c:pt idx="2">
                  <c:v>35</c:v>
                </c:pt>
                <c:pt idx="3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75D-4326-8AFF-8554348790F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0276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Azala: lanaren izenburua eta egiletza. Ordeztu adibideko testuak.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Sarrera: gehienez 4 ideia. Galdera gidari argia.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Emaitzak: ordeztu grafikoko datuak (eskuineko klika &gt; Editatu datuak) eta funtsezko zifrak.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Ondorioak: 3 ideia indartsu.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Amaiera eta esker onak.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EDUS_PORTADA">
    <p:bg>
      <p:bgPr>
        <a:solidFill>
          <a:srgbClr val="1A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AppData\Local\Temp\claude\c--Users-User-Documents-Desarrollo-Web-Congress-manager\094f6f25-1bc5-463c-ba05-37955c55eaf5\scratchpad\motif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75488" y="338328"/>
            <a:ext cx="2798064" cy="1252728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s-EC"/>
          </a:p>
        </p:txBody>
      </p:sp>
      <p:pic>
        <p:nvPicPr>
          <p:cNvPr id="4" name="Image 1" descr="c:\Users\User\Documents\Desarrollo Web\Congress_manager\LOGOINEDUS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1480"/>
            <a:ext cx="2651760" cy="1106424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3931920"/>
            <a:ext cx="8046720" cy="731520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6" name="Text 2"/>
          <p:cNvSpPr/>
          <p:nvPr/>
        </p:nvSpPr>
        <p:spPr>
          <a:xfrm>
            <a:off x="777240" y="3931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64748B"/>
                </a:solidFill>
              </a:rPr>
              <a:t>ANTOLATZAILEAK</a:t>
            </a:r>
            <a:endParaRPr lang="en-US" sz="1000" dirty="0"/>
          </a:p>
        </p:txBody>
      </p:sp>
      <p:pic>
        <p:nvPicPr>
          <p:cNvPr id="7" name="Image 2" descr="c:\Users\User\Documents\Desarrollo Web\Congress_manager\miniatura_EHU_logoti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4023360"/>
            <a:ext cx="548640" cy="548640"/>
          </a:xfrm>
          <a:prstGeom prst="rect">
            <a:avLst/>
          </a:prstGeom>
        </p:spPr>
      </p:pic>
      <p:pic>
        <p:nvPicPr>
          <p:cNvPr id="8" name="Image 3" descr="c:\Users\User\Documents\Desarrollo Web\Congress_manager\KideON-EHU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0" y="4087368"/>
            <a:ext cx="1399032" cy="457200"/>
          </a:xfrm>
          <a:prstGeom prst="rect">
            <a:avLst/>
          </a:prstGeom>
        </p:spPr>
      </p:pic>
      <p:pic>
        <p:nvPicPr>
          <p:cNvPr id="9" name="Image 4" descr="c:\Users\User\Documents\Desarrollo Web\Congress_manager\LOGO-ULEAM-VERTIC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4023360"/>
            <a:ext cx="638251" cy="548640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5669280" y="39319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Bilbo (EHU) · Manta (ULEAM)</a:t>
            </a:r>
            <a:endParaRPr lang="en-US" sz="1200" dirty="0"/>
          </a:p>
        </p:txBody>
      </p:sp>
      <p:sp>
        <p:nvSpPr>
          <p:cNvPr id="11" name="Text 4"/>
          <p:cNvSpPr>
            <a:spLocks noGrp="1"/>
          </p:cNvSpPr>
          <p:nvPr>
            <p:ph type="title" idx="109" hasCustomPrompt="1"/>
          </p:nvPr>
        </p:nvSpPr>
        <p:spPr>
          <a:xfrm>
            <a:off x="548640" y="1737360"/>
            <a:ext cx="804672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EDUS_SECCION">
    <p:bg>
      <p:bgPr>
        <a:solidFill>
          <a:srgbClr val="2A78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AppData\Local\Temp\claude\c--Users-User-Documents-Desarrollo-Web-Congress-manager\094f6f25-1bc5-463c-ba05-37955c55eaf5\scratchpad\motif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2331720"/>
            <a:ext cx="7680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EDUS_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AppData\Local\Temp\claude\c--Users-User-Documents-Desarrollo-Web-Congress-manager\094f6f25-1bc5-463c-ba05-37955c55eaf5\scratchpad\motif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411480"/>
            <a:ext cx="64008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4681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INEDUS 2026 · urr. 28–30 · Bilbo · Manta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EDUS_CIERRE">
    <p:bg>
      <p:bgPr>
        <a:solidFill>
          <a:srgbClr val="1A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AppData\Local\Temp\claude\c--Users-User-Documents-Desarrollo-Web-Congress-manager\094f6f25-1bc5-463c-ba05-37955c55eaf5\scratchpad\motif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3931920"/>
            <a:ext cx="8046720" cy="73152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931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64748B"/>
                </a:solidFill>
              </a:rPr>
              <a:t>ANTOLATZAILEAK</a:t>
            </a:r>
            <a:endParaRPr lang="en-US" sz="1000" dirty="0"/>
          </a:p>
        </p:txBody>
      </p:sp>
      <p:pic>
        <p:nvPicPr>
          <p:cNvPr id="5" name="Image 1" descr="c:\Users\User\Documents\Desarrollo Web\Congress_manager\miniatura_EHU_logoti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0" y="4023360"/>
            <a:ext cx="548640" cy="548640"/>
          </a:xfrm>
          <a:prstGeom prst="rect">
            <a:avLst/>
          </a:prstGeom>
        </p:spPr>
      </p:pic>
      <p:pic>
        <p:nvPicPr>
          <p:cNvPr id="6" name="Image 2" descr="c:\Users\User\Documents\Desarrollo Web\Congress_manager\KideON-EHU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0" y="4087368"/>
            <a:ext cx="1399032" cy="457200"/>
          </a:xfrm>
          <a:prstGeom prst="rect">
            <a:avLst/>
          </a:prstGeom>
        </p:spPr>
      </p:pic>
      <p:pic>
        <p:nvPicPr>
          <p:cNvPr id="7" name="Image 3" descr="c:\Users\User\Documents\Desarrollo Web\Congress_manager\LOGO-ULEAM-VERTIC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4023360"/>
            <a:ext cx="638251" cy="548640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5669280" y="39319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Bilbo (EHU) · Manta (ULEAM)</a:t>
            </a:r>
            <a:endParaRPr lang="en-US" sz="1200" dirty="0"/>
          </a:p>
        </p:txBody>
      </p:sp>
      <p:sp>
        <p:nvSpPr>
          <p:cNvPr id="9" name="Text 3"/>
          <p:cNvSpPr>
            <a:spLocks noGrp="1"/>
          </p:cNvSpPr>
          <p:nvPr>
            <p:ph type="title" idx="107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edus.net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>
            <a:spLocks noGrp="1"/>
          </p:cNvSpPr>
          <p:nvPr>
            <p:ph type="title" idx="109" hasCustomPrompt="1"/>
          </p:nvPr>
        </p:nvSpPr>
        <p:spPr>
          <a:xfrm>
            <a:off x="548640" y="1737360"/>
            <a:ext cx="8046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Hezkuntza Berrikuntza,</a:t>
            </a:r>
            <a:endParaRPr lang="en-US" sz="2800" dirty="0"/>
          </a:p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Inklusioa eta Jasangarritasuna</a:t>
            </a:r>
            <a:endParaRPr lang="en-US" sz="2800" dirty="0"/>
          </a:p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Goi Mailako Hezkuntzan</a:t>
            </a:r>
            <a:endParaRPr lang="en-US" sz="2800" dirty="0"/>
          </a:p>
        </p:txBody>
      </p:sp>
      <p:sp>
        <p:nvSpPr>
          <p:cNvPr id="3" name="Fechas"/>
          <p:cNvSpPr txBox="1"/>
          <p:nvPr/>
        </p:nvSpPr>
        <p:spPr>
          <a:xfrm>
            <a:off x="3840480" y="411480"/>
            <a:ext cx="475488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kern="0" spc="300" dirty="0">
                <a:solidFill>
                  <a:srgbClr val="3A9ECC"/>
                </a:solidFill>
              </a:rPr>
              <a:t>URRIAK 28 · 29 · 30, 2026</a:t>
            </a:r>
            <a:endParaRPr lang="en-US" sz="1400" dirty="0"/>
          </a:p>
        </p:txBody>
      </p:sp>
      <p:sp>
        <p:nvSpPr>
          <p:cNvPr id="4" name="Subtítulo"/>
          <p:cNvSpPr txBox="1"/>
          <p:nvPr/>
        </p:nvSpPr>
        <p:spPr>
          <a:xfrm>
            <a:off x="548640" y="309067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3A9E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Esperientzien Trukea</a:t>
            </a:r>
            <a:endParaRPr lang="en-US" sz="2000" dirty="0"/>
          </a:p>
        </p:txBody>
      </p:sp>
      <p:sp>
        <p:nvSpPr>
          <p:cNvPr id="5" name="Lema"/>
          <p:cNvSpPr txBox="1"/>
          <p:nvPr/>
        </p:nvSpPr>
        <p:spPr>
          <a:xfrm>
            <a:off x="548640" y="34747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</a:rPr>
              <a:t>Iberoamerikako irakasle-hezitzaileen arteko elkarrizketa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4114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Sarrera</a:t>
            </a:r>
            <a:endParaRPr lang="en-US" sz="3400" dirty="0"/>
          </a:p>
        </p:txBody>
      </p:sp>
      <p:sp>
        <p:nvSpPr>
          <p:cNvPr id="3" name="Ideas de introducción"/>
          <p:cNvSpPr txBox="1"/>
          <p:nvPr/>
        </p:nvSpPr>
        <p:spPr>
          <a:xfrm>
            <a:off x="548640" y="1508760"/>
            <a:ext cx="4389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B2433"/>
                </a:solidFill>
              </a:rPr>
              <a:t>Gaiaren testuingurua eta garrantzia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B2433"/>
                </a:solidFill>
              </a:rPr>
              <a:t>Ikerketa-arazoa </a:t>
            </a:r>
            <a:r>
              <a:rPr lang="en-US" sz="1800" dirty="0" err="1">
                <a:solidFill>
                  <a:srgbClr val="1B2433"/>
                </a:solidFill>
              </a:rPr>
              <a:t>edo</a:t>
            </a:r>
            <a:r>
              <a:rPr lang="en-US" sz="1800">
                <a:solidFill>
                  <a:srgbClr val="1B2433"/>
                </a:solidFill>
              </a:rPr>
              <a:t> galdera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B2433"/>
                </a:solidFill>
              </a:rPr>
              <a:t>Lanaren helburu orokorra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B2433"/>
                </a:solidFill>
              </a:rPr>
              <a:t>Marko teorikoa lerro batean</a:t>
            </a:r>
            <a:endParaRPr lang="en-US" sz="1800" dirty="0"/>
          </a:p>
        </p:txBody>
      </p:sp>
      <p:sp>
        <p:nvSpPr>
          <p:cNvPr id="4" name="Tarjeta pregunta guía"/>
          <p:cNvSpPr/>
          <p:nvPr/>
        </p:nvSpPr>
        <p:spPr>
          <a:xfrm>
            <a:off x="5303520" y="1508760"/>
            <a:ext cx="3291840" cy="2834640"/>
          </a:xfrm>
          <a:prstGeom prst="roundRect">
            <a:avLst>
              <a:gd name="adj" fmla="val 3871"/>
            </a:avLst>
          </a:prstGeom>
          <a:solidFill>
            <a:schemeClr val="accent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5" name="Etiqueta pregunta"/>
          <p:cNvSpPr txBox="1"/>
          <p:nvPr/>
        </p:nvSpPr>
        <p:spPr>
          <a:xfrm>
            <a:off x="557784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3A9ECC"/>
                </a:solidFill>
              </a:rPr>
              <a:t>GALDERA GIDARIA</a:t>
            </a:r>
            <a:endParaRPr lang="en-US" sz="1200" dirty="0"/>
          </a:p>
        </p:txBody>
      </p:sp>
      <p:sp>
        <p:nvSpPr>
          <p:cNvPr id="6" name="Pregunta guía"/>
          <p:cNvSpPr txBox="1"/>
          <p:nvPr/>
        </p:nvSpPr>
        <p:spPr>
          <a:xfrm>
            <a:off x="5577840" y="210312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Nola indartu dezake hezkuntza-berrikuntzak jasangarritasuna Goi Mailako Hezkuntzan?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4114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Emaitzak</a:t>
            </a:r>
            <a:endParaRPr lang="en-US" sz="34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548640" y="1371600"/>
          <a:ext cx="4937760" cy="3154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arjeta cifra 1"/>
          <p:cNvSpPr/>
          <p:nvPr/>
        </p:nvSpPr>
        <p:spPr>
          <a:xfrm>
            <a:off x="5852160" y="1508760"/>
            <a:ext cx="2743200" cy="1325880"/>
          </a:xfrm>
          <a:prstGeom prst="roundRect">
            <a:avLst>
              <a:gd name="adj" fmla="val 8276"/>
            </a:avLst>
          </a:prstGeom>
          <a:solidFill>
            <a:schemeClr val="accent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5" name="Cifra 1"/>
          <p:cNvSpPr txBox="1"/>
          <p:nvPr/>
        </p:nvSpPr>
        <p:spPr>
          <a:xfrm>
            <a:off x="6080760" y="16459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00 %</a:t>
            </a:r>
            <a:endParaRPr lang="en-US" sz="4000" dirty="0"/>
          </a:p>
        </p:txBody>
      </p:sp>
      <p:sp>
        <p:nvSpPr>
          <p:cNvPr id="6" name="Etiqueta cifra 1"/>
          <p:cNvSpPr txBox="1"/>
          <p:nvPr/>
        </p:nvSpPr>
        <p:spPr>
          <a:xfrm>
            <a:off x="6080760" y="2331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</a:rPr>
              <a:t>Funtsezko datua 1</a:t>
            </a:r>
            <a:endParaRPr lang="en-US" sz="1400" dirty="0"/>
          </a:p>
        </p:txBody>
      </p:sp>
      <p:sp>
        <p:nvSpPr>
          <p:cNvPr id="7" name="Tarjeta cifra 2"/>
          <p:cNvSpPr/>
          <p:nvPr/>
        </p:nvSpPr>
        <p:spPr>
          <a:xfrm>
            <a:off x="5852160" y="3017520"/>
            <a:ext cx="2743200" cy="1325880"/>
          </a:xfrm>
          <a:prstGeom prst="roundRect">
            <a:avLst>
              <a:gd name="adj" fmla="val 8276"/>
            </a:avLst>
          </a:prstGeom>
          <a:solidFill>
            <a:schemeClr val="accent3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8" name="Cifra 2"/>
          <p:cNvSpPr txBox="1"/>
          <p:nvPr/>
        </p:nvSpPr>
        <p:spPr>
          <a:xfrm>
            <a:off x="6080760" y="31546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00 %</a:t>
            </a:r>
            <a:endParaRPr lang="en-US" sz="4000" dirty="0"/>
          </a:p>
        </p:txBody>
      </p:sp>
      <p:sp>
        <p:nvSpPr>
          <p:cNvPr id="9" name="Etiqueta cifra 2"/>
          <p:cNvSpPr txBox="1"/>
          <p:nvPr/>
        </p:nvSpPr>
        <p:spPr>
          <a:xfrm>
            <a:off x="6080760" y="3840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Funtsezko datua 2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4114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Ondorioak</a:t>
            </a:r>
            <a:endParaRPr lang="en-US" sz="3400" dirty="0"/>
          </a:p>
        </p:txBody>
      </p:sp>
      <p:sp>
        <p:nvSpPr>
          <p:cNvPr id="3" name="Fila conclusión 1"/>
          <p:cNvSpPr/>
          <p:nvPr/>
        </p:nvSpPr>
        <p:spPr>
          <a:xfrm>
            <a:off x="548640" y="1417320"/>
            <a:ext cx="8046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4" name="Círculo conclusión 1"/>
          <p:cNvSpPr/>
          <p:nvPr/>
        </p:nvSpPr>
        <p:spPr>
          <a:xfrm>
            <a:off x="777240" y="1600200"/>
            <a:ext cx="502920" cy="502920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5" name="Número conclusión 1"/>
          <p:cNvSpPr txBox="1"/>
          <p:nvPr/>
        </p:nvSpPr>
        <p:spPr>
          <a:xfrm>
            <a:off x="7772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ítulo conclusión 1"/>
          <p:cNvSpPr txBox="1"/>
          <p:nvPr/>
        </p:nvSpPr>
        <p:spPr>
          <a:xfrm>
            <a:off x="1554480" y="150876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Aurkikuntza nagusia</a:t>
            </a:r>
            <a:endParaRPr lang="en-US" sz="1800" dirty="0"/>
          </a:p>
        </p:txBody>
      </p:sp>
      <p:sp>
        <p:nvSpPr>
          <p:cNvPr id="7" name="Descripción conclusión 1"/>
          <p:cNvSpPr txBox="1"/>
          <p:nvPr/>
        </p:nvSpPr>
        <p:spPr>
          <a:xfrm>
            <a:off x="1554480" y="18745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</a:rPr>
              <a:t>Ikerketa-galderari emandako erantzun zuzena</a:t>
            </a:r>
            <a:endParaRPr lang="en-US" sz="1400" dirty="0"/>
          </a:p>
        </p:txBody>
      </p:sp>
      <p:sp>
        <p:nvSpPr>
          <p:cNvPr id="8" name="Fila conclusión 2"/>
          <p:cNvSpPr/>
          <p:nvPr/>
        </p:nvSpPr>
        <p:spPr>
          <a:xfrm>
            <a:off x="548640" y="2468880"/>
            <a:ext cx="8046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9" name="Círculo conclusión 2"/>
          <p:cNvSpPr/>
          <p:nvPr/>
        </p:nvSpPr>
        <p:spPr>
          <a:xfrm>
            <a:off x="777240" y="2651760"/>
            <a:ext cx="502920" cy="502920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10" name="Número conclusión 2"/>
          <p:cNvSpPr txBox="1"/>
          <p:nvPr/>
        </p:nvSpPr>
        <p:spPr>
          <a:xfrm>
            <a:off x="77724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ítulo conclusión 2"/>
          <p:cNvSpPr txBox="1"/>
          <p:nvPr/>
        </p:nvSpPr>
        <p:spPr>
          <a:xfrm>
            <a:off x="1554480" y="256032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Praktikarako ondorioak</a:t>
            </a:r>
            <a:endParaRPr lang="en-US" sz="1800" dirty="0"/>
          </a:p>
        </p:txBody>
      </p:sp>
      <p:sp>
        <p:nvSpPr>
          <p:cNvPr id="12" name="Descripción conclusión 2"/>
          <p:cNvSpPr txBox="1"/>
          <p:nvPr/>
        </p:nvSpPr>
        <p:spPr>
          <a:xfrm>
            <a:off x="1554480" y="292608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</a:rPr>
              <a:t>Irakasleek edo erakundeak zer egin dezakeen</a:t>
            </a:r>
            <a:endParaRPr lang="en-US" sz="1400" dirty="0"/>
          </a:p>
        </p:txBody>
      </p:sp>
      <p:sp>
        <p:nvSpPr>
          <p:cNvPr id="13" name="Fila conclusión 3"/>
          <p:cNvSpPr/>
          <p:nvPr/>
        </p:nvSpPr>
        <p:spPr>
          <a:xfrm>
            <a:off x="548640" y="3520440"/>
            <a:ext cx="8046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4" name="Círculo conclusión 3"/>
          <p:cNvSpPr/>
          <p:nvPr/>
        </p:nvSpPr>
        <p:spPr>
          <a:xfrm>
            <a:off x="777240" y="3703320"/>
            <a:ext cx="502920" cy="502920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15" name="Número conclusión 3"/>
          <p:cNvSpPr txBox="1"/>
          <p:nvPr/>
        </p:nvSpPr>
        <p:spPr>
          <a:xfrm>
            <a:off x="7772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ítulo conclusión 3"/>
          <p:cNvSpPr txBox="1"/>
          <p:nvPr/>
        </p:nvSpPr>
        <p:spPr>
          <a:xfrm>
            <a:off x="1554480" y="36118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Etorkizuneko ildoak</a:t>
            </a:r>
            <a:endParaRPr lang="en-US" sz="1800" dirty="0"/>
          </a:p>
        </p:txBody>
      </p:sp>
      <p:sp>
        <p:nvSpPr>
          <p:cNvPr id="17" name="Descripción conclusión 3"/>
          <p:cNvSpPr txBox="1"/>
          <p:nvPr/>
        </p:nvSpPr>
        <p:spPr>
          <a:xfrm>
            <a:off x="1554480" y="397764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</a:rPr>
              <a:t>Mugak eta hurrengo urratsak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>
            <a:spLocks noGrp="1"/>
          </p:cNvSpPr>
          <p:nvPr>
            <p:ph type="title" idx="107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chemeClr val="bg1"/>
                </a:solidFill>
              </a:rPr>
              <a:t>Eskerrik asko</a:t>
            </a:r>
            <a:endParaRPr lang="en-US" sz="5400" dirty="0"/>
          </a:p>
        </p:txBody>
      </p:sp>
      <p:sp>
        <p:nvSpPr>
          <p:cNvPr id="3" name="Lema"/>
          <p:cNvSpPr txBox="1"/>
          <p:nvPr/>
        </p:nvSpPr>
        <p:spPr>
          <a:xfrm>
            <a:off x="548640" y="25146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3A9E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Iberoamerikako irakasle-hezitzaileen arteko elkarrizketa</a:t>
            </a:r>
            <a:endParaRPr lang="en-US" sz="1800" dirty="0"/>
          </a:p>
        </p:txBody>
      </p:sp>
      <p:sp>
        <p:nvSpPr>
          <p:cNvPr id="4" name="Web">
            <a:hlinkClick r:id="rId3"/>
          </p:cNvPr>
          <p:cNvSpPr txBox="1"/>
          <p:nvPr/>
        </p:nvSpPr>
        <p:spPr>
          <a:xfrm>
            <a:off x="548640" y="30175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u="sng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www.inedus.net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EDUS 2026">
  <a:themeElements>
    <a:clrScheme name="INEDUS 2026">
      <a:dk1>
        <a:srgbClr val="1B2433"/>
      </a:dk1>
      <a:lt1>
        <a:srgbClr val="FFFFFF"/>
      </a:lt1>
      <a:dk2>
        <a:srgbClr val="1A3A6B"/>
      </a:dk2>
      <a:lt2>
        <a:srgbClr val="F7F8FA"/>
      </a:lt2>
      <a:accent1>
        <a:srgbClr val="1A3A6B"/>
      </a:accent1>
      <a:accent2>
        <a:srgbClr val="3A9ECC"/>
      </a:accent2>
      <a:accent3>
        <a:srgbClr val="2A78B0"/>
      </a:accent3>
      <a:accent4>
        <a:srgbClr val="2E7D5E"/>
      </a:accent4>
      <a:accent5>
        <a:srgbClr val="64748B"/>
      </a:accent5>
      <a:accent6>
        <a:srgbClr val="CBD5E1"/>
      </a:accent6>
      <a:hlink>
        <a:srgbClr val="2A78B0"/>
      </a:hlink>
      <a:folHlink>
        <a:srgbClr val="64748B"/>
      </a:folHlink>
    </a:clrScheme>
    <a:fontScheme name="INEDUS 2026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153</Words>
  <Application>Microsoft Office PowerPoint</Application>
  <PresentationFormat>Presentación en pantalla (16:9)</PresentationFormat>
  <Paragraphs>45</Paragraphs>
  <Slides>5</Slides>
  <Notes>5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9" baseType="lpstr">
      <vt:lpstr>Arial</vt:lpstr>
      <vt:lpstr>Calibri</vt:lpstr>
      <vt:lpstr>Cambria</vt:lpstr>
      <vt:lpstr>INEDUS 2026</vt:lpstr>
      <vt:lpstr>Hezkuntza Berrikuntza, Inklusioa eta Jasangarritasuna Goi Mailako Hezkuntzan</vt:lpstr>
      <vt:lpstr>Sarrera</vt:lpstr>
      <vt:lpstr>Emaitzak</vt:lpstr>
      <vt:lpstr>Ondorioak</vt:lpstr>
      <vt:lpstr>Eskerrik asko</vt:lpstr>
    </vt:vector>
  </TitlesOfParts>
  <Company>INEDUS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INEDUS 2026 — Plantilla EU</dc:title>
  <dc:subject>PptxGenJS Presentation</dc:subject>
  <dc:creator>INEDUS 2026</dc:creator>
  <cp:lastModifiedBy>uleam.arodriguez Rodriguez</cp:lastModifiedBy>
  <cp:revision>3</cp:revision>
  <dcterms:created xsi:type="dcterms:W3CDTF">2026-10-05T16:52:08Z</dcterms:created>
  <dcterms:modified xsi:type="dcterms:W3CDTF">2026-10-06T13:44:46Z</dcterms:modified>
</cp:coreProperties>
</file>